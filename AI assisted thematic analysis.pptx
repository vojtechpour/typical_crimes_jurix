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db2084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db2084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7db20847e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7db20847e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7db20847e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7db20847e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7de25151d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7de25151d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7de25151d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7de25151d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7db20847e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7db20847e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7de25151d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7de25151d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7de25151d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7de25151d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Z0KcUYcSH0X9UqXGQlZ1nByw1Ck48z07/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rive.google.com/file/d/1Z0KcUYcSH0X9UqXGQlZ1nByw1Ck48z07/view?resourcekey" TargetMode="Externa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assisted thematic analysis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Thematic Analysis (Braun &amp; Clarke, 2006) – Six Phases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Familiarize yourself with the data 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Read (and re-read) the transcripts or texts, note initial impressions, and start thinking about possible patterns.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Generate initial codes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Work systematically through the dataset, tagging interesting features (words, phrases, passages) that relate to your research questions.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Search for themes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Cluster related codes together to form potential themes—coherent categories that seem meaningful and broader than single codes.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Review themes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Define &amp; name themes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Refine each theme’s scope and focus, identify sub-themes if useful, and craft concise, evocative names plus short definitions.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Produce the report</a:t>
            </a:r>
            <a:endParaRPr sz="1100" b="1" dirty="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100" dirty="0">
                <a:solidFill>
                  <a:schemeClr val="dk1"/>
                </a:solidFill>
              </a:rPr>
              <a:t>Weave the final themes into an analytic narrative, choose vivid extracts to illustrate them, relate findings back to research questions and literature, and discuss implications.</a:t>
            </a:r>
            <a:endParaRPr sz="1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Thematic analysis is time-consuming and labor-intensive, demanding manual coding and repeated reviews before meaningful insights surface.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Technical gap limiting the researchers in their ability to harness AI capabilities effectively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dirty="0">
                <a:solidFill>
                  <a:schemeClr val="dk1"/>
                </a:solidFill>
              </a:rPr>
              <a:t>Without ongoing interaction with the user, an AI system can gradually drift from the original intent during multi-step tasks, producing results that no longer fully reflect the user’s needs</a:t>
            </a: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Solution + baseline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Paper </a:t>
            </a:r>
            <a:r>
              <a:rPr lang="en" sz="1400" i="1">
                <a:solidFill>
                  <a:schemeClr val="dk1"/>
                </a:solidFill>
                <a:highlight>
                  <a:srgbClr val="FFFFFF"/>
                </a:highlight>
              </a:rPr>
              <a:t>Using Large Language Models to Support Thematic Analysis in Empirical Legal Studies</a:t>
            </a:r>
            <a:endParaRPr sz="1400" i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AI capability to conduct individual steps of the Thematic analysis well documented and tested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Limitations</a:t>
            </a:r>
            <a:endParaRPr sz="14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High barrier for non-coders, as interaction is limited to programmatic calls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Insufficient “Human in the loop” feedback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Context and rate limits, outdated models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Little visibility into the AI’s underlying logic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easy way to browse/edit/delete/add underlying data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500">
                <a:solidFill>
                  <a:schemeClr val="dk1"/>
                </a:solidFill>
              </a:rPr>
              <a:t>DEMO</a:t>
            </a:r>
            <a:endParaRPr sz="4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Assisted Thematic Analysis App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Accessible with 0 coding skills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Segmented modules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Iterative Human-in-the-loop approach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End-to-end execution/isolated components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Plug in human generated data at any step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 title="Screenshot 2025-06-12 at 16.32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1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0" title="Screen Recording 2025-06-12 at 16.49.5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795" y="223963"/>
            <a:ext cx="7474410" cy="483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1A7D91-654B-9910-CC10-CFC89A071B95}"/>
              </a:ext>
            </a:extLst>
          </p:cNvPr>
          <p:cNvSpPr txBox="1"/>
          <p:nvPr/>
        </p:nvSpPr>
        <p:spPr>
          <a:xfrm>
            <a:off x="174929" y="3983603"/>
            <a:ext cx="453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link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Last Modal - Assigning themes to the individual data points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Embeddings - AI merge suggestions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Visibility into how the system operates and what occurs under the hood - stop/revert/reiterate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100% control of prompts and used AI models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User-supplied API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369</Words>
  <Application>Microsoft Macintosh PowerPoint</Application>
  <PresentationFormat>On-screen Show (16:9)</PresentationFormat>
  <Paragraphs>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AI assisted thematic analysis</vt:lpstr>
      <vt:lpstr>Thematic Analysis (Braun &amp; Clarke, 2006) – Six Phases</vt:lpstr>
      <vt:lpstr>Problem</vt:lpstr>
      <vt:lpstr>Initial Solution + baseline</vt:lpstr>
      <vt:lpstr>PowerPoint Presentation</vt:lpstr>
      <vt:lpstr>AI Assisted Thematic Analysis App</vt:lpstr>
      <vt:lpstr>PowerPoint Presentation</vt:lpstr>
      <vt:lpstr>PowerPoint Presentation</vt:lpstr>
      <vt:lpstr>Future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Vojtěch Pour</cp:lastModifiedBy>
  <cp:revision>2</cp:revision>
  <dcterms:modified xsi:type="dcterms:W3CDTF">2025-06-12T15:25:32Z</dcterms:modified>
</cp:coreProperties>
</file>